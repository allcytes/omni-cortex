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OmniCortex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Universal Memory System for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v1.0.5 | pip install omni-cortex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OmniCortex?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F2937"/>
                </a:solidFill>
              </a:defRPr>
            </a:pPr>
            <a:r>
              <a:t>A persistent memory system that stores what you learn, tracks what you do, and helps you never repeat the same mistakes twice.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</a:defRPr>
            </a:pPr>
            <a:r>
              <a:t>18 Tools: Memory, activity, session, and global search tools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</a:defRPr>
            </a:pPr>
            <a:r>
              <a:t>Dual Storage: Activity log + Knowledge store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</a:defRPr>
            </a:pPr>
            <a:r>
              <a:t>Smart Search: FTS5 keyword + Semantic + Hybrid modes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</a:defRPr>
            </a:pPr>
            <a:r>
              <a:t>Session Continuity: "Last time you were working on..."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</a:defRPr>
            </a:pPr>
            <a:r>
              <a:t>Cross-Project: Global index searches all your projects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</a:defRPr>
            </a:pPr>
            <a:r>
              <a:t>Web Dashboard: Full GUI for browsing and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Memory Tools (6)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cortex_remember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cortex_recall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cortex_list_memories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cortex_update_memory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cortex_forget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cortex_link_memories</a:t>
            </a:r>
          </a:p>
          <a:p>
            <a:pPr>
              <a:defRPr sz="2000" b="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7C3AED"/>
                </a:solidFill>
              </a:defRPr>
            </a:pPr>
            <a:r>
              <a:t>Activity Tools (3)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cortex_log_activity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cortex_get_activities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cortex_get_timeline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Session Tools (3)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cortex_start_session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cortex_end_session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cortex_get_session_context</a:t>
            </a:r>
          </a:p>
          <a:p>
            <a:pPr>
              <a:defRPr sz="2000" b="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7C3AED"/>
                </a:solidFill>
              </a:defRPr>
            </a:pPr>
            <a:r>
              <a:t>Global Tools (3)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cortex_global_search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cortex_global_stats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cortex_sync_to_global</a:t>
            </a:r>
          </a:p>
          <a:p>
            <a:pPr>
              <a:defRPr sz="2000" b="0">
                <a:solidFill>
                  <a:srgbClr val="1F2937"/>
                </a:solidFill>
              </a:defRPr>
            </a:pPr>
          </a:p>
          <a:p>
            <a:pPr>
              <a:defRPr sz="2000" b="1">
                <a:solidFill>
                  <a:srgbClr val="7C3AED"/>
                </a:solidFill>
              </a:defRPr>
            </a:pPr>
            <a:r>
              <a:t>Utility Tools (3)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cortex_list_tags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cortex_review_memories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  - cortex_export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Web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6400800" cy="73152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  <a:latin typeface="Courier New"/>
              </a:defRPr>
            </a:pPr>
            <a:r>
              <a:t>omni-cortex-dashboard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62895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Memories - Browse, search, filter, edit memories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10362895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Activity - Complete audit trail of tool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10362895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Statistics - Heatmaps, charts, distributions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34840"/>
            <a:ext cx="10362895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Review - Mark stale memories fresh/outdated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20640"/>
            <a:ext cx="10362895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Graph - D3.js relationship 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806440"/>
            <a:ext cx="10362895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Ask AI - Gemini-powered natural language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1.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554480"/>
            <a:ext cx="6400800" cy="64008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  <a:latin typeface="Courier New"/>
              </a:defRPr>
            </a:pPr>
            <a:r>
              <a:t>pip install omni-cortex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2.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6400800" cy="64008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  <a:latin typeface="Courier New"/>
              </a:defRPr>
            </a:pPr>
            <a:r>
              <a:t>omni-cortex-setup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3. Restart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749040"/>
            <a:ext cx="6400800" cy="64008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  <a:latin typeface="Courier New"/>
              </a:defRPr>
            </a:pPr>
            <a:r>
              <a:t>Restart 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4. Dashboard (optional)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846320"/>
            <a:ext cx="6400800" cy="64008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93776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  <a:latin typeface="Courier New"/>
              </a:defRPr>
            </a:pPr>
            <a:r>
              <a:t>omni-cortex-dashboard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C3AED"/>
                </a:solidFill>
              </a:defRPr>
            </a:pPr>
            <a:r>
              <a:t>For AI-powered semantic search: pip install omni-cortex[semantic]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github.com/AllCytes/Omni-Cortex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pypi.org/project/omni-cortex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